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c572cc0c7f846fb" /><Relationship Type="http://schemas.openxmlformats.org/officeDocument/2006/relationships/extended-properties" Target="/docProps/app.xml" Id="Rd0850ca4015948c9" /><Relationship Type="http://schemas.openxmlformats.org/officeDocument/2006/relationships/officeDocument" Target="/ppt/presentation.xml" Id="R1499253a16544ff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4d121c6b88848b8"/>
  </p:sldMasterIdLst>
  <p:notesMasterIdLst>
    <p:notesMasterId xmlns:r="http://schemas.openxmlformats.org/officeDocument/2006/relationships" r:id="R46859cf40ff84fcf"/>
  </p:notesMasterIdLst>
  <p:sldIdLst>
    <p:sldId xmlns:r="http://schemas.openxmlformats.org/officeDocument/2006/relationships" id="256" r:id="R1607aa93fc364389"/>
    <p:sldId xmlns:r="http://schemas.openxmlformats.org/officeDocument/2006/relationships" id="257" r:id="R95c62388a1a644c9"/>
    <p:sldId xmlns:r="http://schemas.openxmlformats.org/officeDocument/2006/relationships" id="258" r:id="Rd504a2e6529f479c"/>
    <p:sldId xmlns:r="http://schemas.openxmlformats.org/officeDocument/2006/relationships" id="259" r:id="R1b0f4cdd01c44fbe"/>
    <p:sldId xmlns:r="http://schemas.openxmlformats.org/officeDocument/2006/relationships" id="260" r:id="R7060b5403fb94ca5"/>
    <p:sldId xmlns:r="http://schemas.openxmlformats.org/officeDocument/2006/relationships" id="261" r:id="R8c8535a511c745b4"/>
    <p:sldId xmlns:r="http://schemas.openxmlformats.org/officeDocument/2006/relationships" id="262" r:id="R5bbeaa3df1a242e3"/>
    <p:sldId xmlns:r="http://schemas.openxmlformats.org/officeDocument/2006/relationships" id="263" r:id="R8d84e2a26b034753"/>
    <p:sldId xmlns:r="http://schemas.openxmlformats.org/officeDocument/2006/relationships" id="264" r:id="R517edf6b038842cc"/>
    <p:sldId xmlns:r="http://schemas.openxmlformats.org/officeDocument/2006/relationships" id="265" r:id="Rbf30d45039294888"/>
    <p:sldId xmlns:r="http://schemas.openxmlformats.org/officeDocument/2006/relationships" id="266" r:id="R1b10db0886024083"/>
    <p:sldId xmlns:r="http://schemas.openxmlformats.org/officeDocument/2006/relationships" id="267" r:id="R0cc8a0a2f6a94ca9"/>
    <p:sldId xmlns:r="http://schemas.openxmlformats.org/officeDocument/2006/relationships" id="268" r:id="R9c3166ec4eaa4f79"/>
    <p:sldId xmlns:r="http://schemas.openxmlformats.org/officeDocument/2006/relationships" id="269" r:id="Rc2e8a93af6d049c0"/>
    <p:sldId xmlns:r="http://schemas.openxmlformats.org/officeDocument/2006/relationships" id="270" r:id="R8cf0512079d74106"/>
    <p:sldId xmlns:r="http://schemas.openxmlformats.org/officeDocument/2006/relationships" id="271" r:id="R8397af6fc27a4cd3"/>
    <p:sldId xmlns:r="http://schemas.openxmlformats.org/officeDocument/2006/relationships" id="272" r:id="R5ff129a481f14c90"/>
    <p:sldId xmlns:r="http://schemas.openxmlformats.org/officeDocument/2006/relationships" id="273" r:id="R3279629a33cf4904"/>
    <p:sldId xmlns:r="http://schemas.openxmlformats.org/officeDocument/2006/relationships" id="274" r:id="R943ec41078a445d8"/>
    <p:sldId xmlns:r="http://schemas.openxmlformats.org/officeDocument/2006/relationships" id="275" r:id="R72d80ab29dd24fb9"/>
    <p:sldId xmlns:r="http://schemas.openxmlformats.org/officeDocument/2006/relationships" id="276" r:id="Ra993279d0789487c"/>
    <p:sldId xmlns:r="http://schemas.openxmlformats.org/officeDocument/2006/relationships" id="277" r:id="R13221626626f4ca4"/>
  </p:sldIdLst>
  <p:sldSz cx="18288000" cy="10287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4d121c6b88848b8" /><Relationship Type="http://schemas.openxmlformats.org/officeDocument/2006/relationships/theme" Target="/ppt/theme/theme1.xml" Id="Re8214eb6ddb2443b" /><Relationship Type="http://schemas.openxmlformats.org/officeDocument/2006/relationships/notesMaster" Target="/ppt/notesMasters/notesMaster1.xml" Id="R46859cf40ff84fcf" /><Relationship Type="http://schemas.openxmlformats.org/officeDocument/2006/relationships/presProps" Target="/ppt/presProps.xml" Id="Rb6ede14db6ff4dd9" /><Relationship Type="http://schemas.openxmlformats.org/officeDocument/2006/relationships/viewProps" Target="/ppt/viewProps.xml" Id="Rff1b8be406fb4506" /><Relationship Type="http://schemas.openxmlformats.org/officeDocument/2006/relationships/tableStyles" Target="/ppt/tableStyles.xml" Id="R25169eb857614aff" /><Relationship Type="http://schemas.openxmlformats.org/officeDocument/2006/relationships/slide" Target="/ppt/slides/slide1.xml" Id="R1607aa93fc364389" /><Relationship Type="http://schemas.openxmlformats.org/officeDocument/2006/relationships/slide" Target="/ppt/slides/slide2.xml" Id="R95c62388a1a644c9" /><Relationship Type="http://schemas.openxmlformats.org/officeDocument/2006/relationships/slide" Target="/ppt/slides/slide3.xml" Id="Rd504a2e6529f479c" /><Relationship Type="http://schemas.openxmlformats.org/officeDocument/2006/relationships/slide" Target="/ppt/slides/slide4.xml" Id="R1b0f4cdd01c44fbe" /><Relationship Type="http://schemas.openxmlformats.org/officeDocument/2006/relationships/slide" Target="/ppt/slides/slide5.xml" Id="R7060b5403fb94ca5" /><Relationship Type="http://schemas.openxmlformats.org/officeDocument/2006/relationships/slide" Target="/ppt/slides/slide6.xml" Id="R8c8535a511c745b4" /><Relationship Type="http://schemas.openxmlformats.org/officeDocument/2006/relationships/slide" Target="/ppt/slides/slide7.xml" Id="R5bbeaa3df1a242e3" /><Relationship Type="http://schemas.openxmlformats.org/officeDocument/2006/relationships/slide" Target="/ppt/slides/slide8.xml" Id="R8d84e2a26b034753" /><Relationship Type="http://schemas.openxmlformats.org/officeDocument/2006/relationships/slide" Target="/ppt/slides/slide9.xml" Id="R517edf6b038842cc" /><Relationship Type="http://schemas.openxmlformats.org/officeDocument/2006/relationships/slide" Target="/ppt/slides/slide10.xml" Id="Rbf30d45039294888" /><Relationship Type="http://schemas.openxmlformats.org/officeDocument/2006/relationships/slide" Target="/ppt/slides/slide11.xml" Id="R1b10db0886024083" /><Relationship Type="http://schemas.openxmlformats.org/officeDocument/2006/relationships/slide" Target="/ppt/slides/slide12.xml" Id="R0cc8a0a2f6a94ca9" /><Relationship Type="http://schemas.openxmlformats.org/officeDocument/2006/relationships/slide" Target="/ppt/slides/slide13.xml" Id="R9c3166ec4eaa4f79" /><Relationship Type="http://schemas.openxmlformats.org/officeDocument/2006/relationships/slide" Target="/ppt/slides/slide14.xml" Id="Rc2e8a93af6d049c0" /><Relationship Type="http://schemas.openxmlformats.org/officeDocument/2006/relationships/slide" Target="/ppt/slides/slide15.xml" Id="R8cf0512079d74106" /><Relationship Type="http://schemas.openxmlformats.org/officeDocument/2006/relationships/slide" Target="/ppt/slides/slide16.xml" Id="R8397af6fc27a4cd3" /><Relationship Type="http://schemas.openxmlformats.org/officeDocument/2006/relationships/slide" Target="/ppt/slides/slide17.xml" Id="R5ff129a481f14c90" /><Relationship Type="http://schemas.openxmlformats.org/officeDocument/2006/relationships/slide" Target="/ppt/slides/slide18.xml" Id="R3279629a33cf4904" /><Relationship Type="http://schemas.openxmlformats.org/officeDocument/2006/relationships/slide" Target="/ppt/slides/slide19.xml" Id="R943ec41078a445d8" /><Relationship Type="http://schemas.openxmlformats.org/officeDocument/2006/relationships/slide" Target="/ppt/slides/slide20.xml" Id="R72d80ab29dd24fb9" /><Relationship Type="http://schemas.openxmlformats.org/officeDocument/2006/relationships/slide" Target="/ppt/slides/slide21.xml" Id="Ra993279d0789487c" /><Relationship Type="http://schemas.openxmlformats.org/officeDocument/2006/relationships/slide" Target="/ppt/slides/slide22.xml" Id="R13221626626f4ca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f3cff4f0eb44436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8f5d7d05c204237" /><Relationship Type="http://schemas.openxmlformats.org/officeDocument/2006/relationships/notesMaster" Target="/ppt/notesMasters/notesMaster1.xml" Id="R937da1b6634e49e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ee5dd7e9d00477d" /><Relationship Type="http://schemas.openxmlformats.org/officeDocument/2006/relationships/notesMaster" Target="/ppt/notesMasters/notesMaster1.xml" Id="R3239694ebe044f4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1f33d6b3643494a" /><Relationship Type="http://schemas.openxmlformats.org/officeDocument/2006/relationships/notesMaster" Target="/ppt/notesMasters/notesMaster1.xml" Id="Rc464509e5ef04c9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7455d8049f94212" /><Relationship Type="http://schemas.openxmlformats.org/officeDocument/2006/relationships/notesMaster" Target="/ppt/notesMasters/notesMaster1.xml" Id="R6650322238f2477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a85ffeedf7545f5" /><Relationship Type="http://schemas.openxmlformats.org/officeDocument/2006/relationships/notesMaster" Target="/ppt/notesMasters/notesMaster1.xml" Id="R8cd14bb230564ad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618f6c1eff047f8" /><Relationship Type="http://schemas.openxmlformats.org/officeDocument/2006/relationships/notesMaster" Target="/ppt/notesMasters/notesMaster1.xml" Id="R9588dc79288b4bf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f918a800d504c09" /><Relationship Type="http://schemas.openxmlformats.org/officeDocument/2006/relationships/notesMaster" Target="/ppt/notesMasters/notesMaster1.xml" Id="Rad904a183fa24b4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6b498498bc04975" /><Relationship Type="http://schemas.openxmlformats.org/officeDocument/2006/relationships/notesMaster" Target="/ppt/notesMasters/notesMaster1.xml" Id="Reb289d62579f43c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d8e3fe0523c4281" /><Relationship Type="http://schemas.openxmlformats.org/officeDocument/2006/relationships/notesMaster" Target="/ppt/notesMasters/notesMaster1.xml" Id="R55d905e42fa04ba9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9736f5d801449ea" /><Relationship Type="http://schemas.openxmlformats.org/officeDocument/2006/relationships/notesMaster" Target="/ppt/notesMasters/notesMaster1.xml" Id="R67e8dcbb984f4afd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17b3119bc740441a" /><Relationship Type="http://schemas.openxmlformats.org/officeDocument/2006/relationships/notesMaster" Target="/ppt/notesMasters/notesMaster1.xml" Id="R93575fbd3e9745c0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157bb62601ee4277" /><Relationship Type="http://schemas.openxmlformats.org/officeDocument/2006/relationships/notesMaster" Target="/ppt/notesMasters/notesMaster1.xml" Id="Re15b7c4fd6a94c30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e6a49257f03748f8" /><Relationship Type="http://schemas.openxmlformats.org/officeDocument/2006/relationships/notesMaster" Target="/ppt/notesMasters/notesMaster1.xml" Id="Rbdc35a59650e4a1e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4116cbe4455f4aac" /><Relationship Type="http://schemas.openxmlformats.org/officeDocument/2006/relationships/notesMaster" Target="/ppt/notesMasters/notesMaster1.xml" Id="Ra96d5ee985bc48e5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7bb4f15837f5405d" /><Relationship Type="http://schemas.openxmlformats.org/officeDocument/2006/relationships/notesMaster" Target="/ppt/notesMasters/notesMaster1.xml" Id="Ra4961ee099b44fdf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59b7fcc17da64b2c" /><Relationship Type="http://schemas.openxmlformats.org/officeDocument/2006/relationships/notesMaster" Target="/ppt/notesMasters/notesMaster1.xml" Id="R41ba2639991e4918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6cbceb85b7ca4f21" /><Relationship Type="http://schemas.openxmlformats.org/officeDocument/2006/relationships/notesMaster" Target="/ppt/notesMasters/notesMaster1.xml" Id="R167963a9777447c4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20bf1bfe75404cd8" /><Relationship Type="http://schemas.openxmlformats.org/officeDocument/2006/relationships/notesMaster" Target="/ppt/notesMasters/notesMaster1.xml" Id="Rf8c8d8d90e454aea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be231864a713463f" /><Relationship Type="http://schemas.openxmlformats.org/officeDocument/2006/relationships/notesMaster" Target="/ppt/notesMasters/notesMaster1.xml" Id="R2b11ca08a6734c8e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45019b42f4d04f56" /><Relationship Type="http://schemas.openxmlformats.org/officeDocument/2006/relationships/notesMaster" Target="/ppt/notesMasters/notesMaster1.xml" Id="Rd9d8b3a533b7434d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d86547c24d274a0c" /><Relationship Type="http://schemas.openxmlformats.org/officeDocument/2006/relationships/notesMaster" Target="/ppt/notesMasters/notesMaster1.xml" Id="R4bbf26586eb14722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829df2849344478a" /><Relationship Type="http://schemas.openxmlformats.org/officeDocument/2006/relationships/notesMaster" Target="/ppt/notesMasters/notesMaster1.xml" Id="Rfde80e08f7f2420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23a286c57844447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956e90e417ec41a1" /><Relationship Type="http://schemas.openxmlformats.org/officeDocument/2006/relationships/slideLayout" Target="/ppt/slideLayouts/slideLayout2.xml" Id="Ra15226f9539c42c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15226f9539c42c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190f09780764616" /><Relationship Type="http://schemas.openxmlformats.org/officeDocument/2006/relationships/image" Target="/ppt/media/image.png" Id="R6a3938fc42504aad" /><Relationship Type="http://schemas.openxmlformats.org/officeDocument/2006/relationships/notesSlide" Target="/ppt/notesSlides/notesSlide1.xml" Id="R386bf0eb1f8047d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edea8107e2247df" /><Relationship Type="http://schemas.openxmlformats.org/officeDocument/2006/relationships/image" Target="/ppt/media/image2.png" Id="R0eb9e6649a3f4786" /><Relationship Type="http://schemas.openxmlformats.org/officeDocument/2006/relationships/notesSlide" Target="/ppt/notesSlides/notesSlide2.xml" Id="Ra43cffe47c0c42c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d37339bbe3d4e85" /><Relationship Type="http://schemas.openxmlformats.org/officeDocument/2006/relationships/image" Target="/ppt/media/image3.png" Id="Rc9a2634f397b4c19" /><Relationship Type="http://schemas.openxmlformats.org/officeDocument/2006/relationships/notesSlide" Target="/ppt/notesSlides/notesSlide3.xml" Id="R182528162b9749d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8ed59aeecec4b99" /><Relationship Type="http://schemas.openxmlformats.org/officeDocument/2006/relationships/image" Target="/ppt/media/image4.png" Id="R1c87e68c7bb84a2f" /><Relationship Type="http://schemas.openxmlformats.org/officeDocument/2006/relationships/notesSlide" Target="/ppt/notesSlides/notesSlide4.xml" Id="R4e1604f7090044c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a4538f07693407d" /><Relationship Type="http://schemas.openxmlformats.org/officeDocument/2006/relationships/image" Target="/ppt/media/image5.png" Id="R26bfc76f37b04022" /><Relationship Type="http://schemas.openxmlformats.org/officeDocument/2006/relationships/notesSlide" Target="/ppt/notesSlides/notesSlide5.xml" Id="Rd965352890724c9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ec3199e57ab41fa" /><Relationship Type="http://schemas.openxmlformats.org/officeDocument/2006/relationships/image" Target="/ppt/media/image6.png" Id="Rae516e94d3294f84" /><Relationship Type="http://schemas.openxmlformats.org/officeDocument/2006/relationships/notesSlide" Target="/ppt/notesSlides/notesSlide6.xml" Id="R744a66d226e44e8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09659bed91a4a37" /><Relationship Type="http://schemas.openxmlformats.org/officeDocument/2006/relationships/image" Target="/ppt/media/image7.png" Id="Ra7cd03a23ae64350" /><Relationship Type="http://schemas.openxmlformats.org/officeDocument/2006/relationships/notesSlide" Target="/ppt/notesSlides/notesSlide7.xml" Id="Rab1113ec24c34f7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00ccee2558b4a26" /><Relationship Type="http://schemas.openxmlformats.org/officeDocument/2006/relationships/image" Target="/ppt/media/image8.png" Id="Rb5740308ebf44fe1" /><Relationship Type="http://schemas.openxmlformats.org/officeDocument/2006/relationships/notesSlide" Target="/ppt/notesSlides/notesSlide8.xml" Id="R43b142d0b2b1432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8252cc8f5394be2" /><Relationship Type="http://schemas.openxmlformats.org/officeDocument/2006/relationships/image" Target="/ppt/media/image9.png" Id="R364b4af5d6f64adc" /><Relationship Type="http://schemas.openxmlformats.org/officeDocument/2006/relationships/notesSlide" Target="/ppt/notesSlides/notesSlide9.xml" Id="R98abc29d6aec4f8f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df9981a885846a1" /><Relationship Type="http://schemas.openxmlformats.org/officeDocument/2006/relationships/image" Target="/ppt/media/image10.png" Id="Rd7d00abae2d04b08" /><Relationship Type="http://schemas.openxmlformats.org/officeDocument/2006/relationships/notesSlide" Target="/ppt/notesSlides/notesSlide10.xml" Id="R09cf6283f9ef4199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3839506cfdf4304" /><Relationship Type="http://schemas.openxmlformats.org/officeDocument/2006/relationships/image" Target="/ppt/media/image11.png" Id="Ra76e81372dcb460f" /><Relationship Type="http://schemas.openxmlformats.org/officeDocument/2006/relationships/notesSlide" Target="/ppt/notesSlides/notesSlide11.xml" Id="R3e3aceb2389042d9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32666deda03464f" /><Relationship Type="http://schemas.openxmlformats.org/officeDocument/2006/relationships/image" Target="/ppt/media/image12.png" Id="R4d7bbd4a39414f86" /><Relationship Type="http://schemas.openxmlformats.org/officeDocument/2006/relationships/notesSlide" Target="/ppt/notesSlides/notesSlide12.xml" Id="Raea5ff65b4bf4837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65869205e144303" /><Relationship Type="http://schemas.openxmlformats.org/officeDocument/2006/relationships/image" Target="/ppt/media/image13.png" Id="R2809ebea15714d40" /><Relationship Type="http://schemas.openxmlformats.org/officeDocument/2006/relationships/notesSlide" Target="/ppt/notesSlides/notesSlide13.xml" Id="Rbdc8f1f77e7e46c5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a33e2868acc46ab" /><Relationship Type="http://schemas.openxmlformats.org/officeDocument/2006/relationships/image" Target="/ppt/media/image14.png" Id="Reafef1bc07f44ed8" /><Relationship Type="http://schemas.openxmlformats.org/officeDocument/2006/relationships/notesSlide" Target="/ppt/notesSlides/notesSlide14.xml" Id="Rec3952dba6fb41df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a6903e14e864621" /><Relationship Type="http://schemas.openxmlformats.org/officeDocument/2006/relationships/image" Target="/ppt/media/image15.png" Id="Rd259c42cc1424ef8" /><Relationship Type="http://schemas.openxmlformats.org/officeDocument/2006/relationships/notesSlide" Target="/ppt/notesSlides/notesSlide15.xml" Id="R87925715889b4642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f9016bfcde04e8f" /><Relationship Type="http://schemas.openxmlformats.org/officeDocument/2006/relationships/image" Target="/ppt/media/image16.png" Id="R688e359ad1754a01" /><Relationship Type="http://schemas.openxmlformats.org/officeDocument/2006/relationships/notesSlide" Target="/ppt/notesSlides/notesSlide16.xml" Id="Rf9b2cfae0a714253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3c6c34a66fa41ef" /><Relationship Type="http://schemas.openxmlformats.org/officeDocument/2006/relationships/image" Target="/ppt/media/image17.png" Id="R215ee769e4f6459d" /><Relationship Type="http://schemas.openxmlformats.org/officeDocument/2006/relationships/notesSlide" Target="/ppt/notesSlides/notesSlide17.xml" Id="Rb238142867504133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8ccfa4e5c7f46e8" /><Relationship Type="http://schemas.openxmlformats.org/officeDocument/2006/relationships/image" Target="/ppt/media/image18.png" Id="R4ded9dc54a964ce5" /><Relationship Type="http://schemas.openxmlformats.org/officeDocument/2006/relationships/notesSlide" Target="/ppt/notesSlides/notesSlide18.xml" Id="Ra879cd0ba5ca4113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b9f64d507244bc0" /><Relationship Type="http://schemas.openxmlformats.org/officeDocument/2006/relationships/image" Target="/ppt/media/image19.png" Id="Rbb555d4dcd3f4f39" /><Relationship Type="http://schemas.openxmlformats.org/officeDocument/2006/relationships/notesSlide" Target="/ppt/notesSlides/notesSlide19.xml" Id="R1d2460c0fb05415c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2a9ffac15d64905" /><Relationship Type="http://schemas.openxmlformats.org/officeDocument/2006/relationships/image" Target="/ppt/media/image20.png" Id="Rd7b169cf8b4b4c4b" /><Relationship Type="http://schemas.openxmlformats.org/officeDocument/2006/relationships/notesSlide" Target="/ppt/notesSlides/notesSlide20.xml" Id="Rfec0c5fad4ce4673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e6fea9dc07545a6" /><Relationship Type="http://schemas.openxmlformats.org/officeDocument/2006/relationships/image" Target="/ppt/media/image21.png" Id="R3a5a1f3652a54bfb" /><Relationship Type="http://schemas.openxmlformats.org/officeDocument/2006/relationships/notesSlide" Target="/ppt/notesSlides/notesSlide21.xml" Id="R262429ed61e5465c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2c6dc6dd9b64a06" /><Relationship Type="http://schemas.openxmlformats.org/officeDocument/2006/relationships/image" Target="/ppt/media/image22.png" Id="R6bb5ada80dde4c77" /><Relationship Type="http://schemas.openxmlformats.org/officeDocument/2006/relationships/notesSlide" Target="/ppt/notesSlides/notesSlide22.xml" Id="R857a8d8d2ab14fb6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a3938fc42504aad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9989503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eb9e6649a3f4786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0418609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9a2634f397b4c19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2844416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c87e68c7bb84a2f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5991465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6bfc76f37b04022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203571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e516e94d3294f84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0181091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7cd03a23ae64350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2514975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5740308ebf44fe1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8592700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64b4af5d6f64adc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218265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7d00abae2d04b08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1628901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76e81372dcb460f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9852674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d7bbd4a39414f86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468747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809ebea15714d40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0868011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afef1bc07f44ed8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7473415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259c42cc1424ef8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428061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88e359ad1754a01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658552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15ee769e4f6459d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7611070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ded9dc54a964ce5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6265024"/>
      </p:ext>
    </p:extLst>
  </p:cSld>
</p:sld>
</file>

<file path=ppt/slides/slide1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b555d4dcd3f4f39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5893550"/>
      </p:ext>
    </p:extLst>
  </p:cSld>
</p:sld>
</file>

<file path=ppt/slides/slide2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7b169cf8b4b4c4b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8430932"/>
      </p:ext>
    </p:extLst>
  </p:cSld>
</p:sld>
</file>

<file path=ppt/slides/slide2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a5a1f3652a54bfb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0161984"/>
      </p:ext>
    </p:extLst>
  </p:cSld>
</p:sld>
</file>

<file path=ppt/slides/slide2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bb5ada80dde4c77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848975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2026-05-27T12:05:39.1420000Z</dcterms:created>
  <dcterms:modified xsi:type="dcterms:W3CDTF">2026-05-27T12:05:39.1420000Z</dcterms:modified>
</coreProperties>
</file>